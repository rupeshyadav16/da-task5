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Executive Business Intelligence Dashboard - Task 2</a:t>
            </a:r>
          </a:p>
          <a:p>
            <a:pPr>
              <a:defRPr sz="1300" i="1">
                <a:solidFill>
                  <a:srgbClr val="718096"/>
                </a:solidFill>
                <a:latin typeface="Arial"/>
              </a:defRPr>
            </a:pPr>
            <a:r>
              <a:t>Data Analyst Intern: Rupesh Kumar Yadav  |  Company: ApexPlanet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593592" cy="914400"/>
          </a:xfrm>
          <a:prstGeom prst="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A0AEC0"/>
                </a:solidFill>
                <a:latin typeface="Arial"/>
              </a:defRPr>
            </a:pPr>
            <a:r>
              <a:t>TOTAL SALES REVENUE</a:t>
            </a:r>
          </a:p>
          <a:p>
            <a:pPr algn="ctr">
              <a:defRPr sz="1800" b="1">
                <a:solidFill>
                  <a:srgbClr val="2D3748"/>
                </a:solidFill>
                <a:latin typeface="Arial"/>
              </a:defRPr>
            </a:pPr>
            <a:r>
              <a:t>₹139.40 Million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371600"/>
            <a:ext cx="3593592" cy="914400"/>
          </a:xfrm>
          <a:prstGeom prst="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A0AEC0"/>
                </a:solidFill>
                <a:latin typeface="Arial"/>
              </a:defRPr>
            </a:pPr>
            <a:r>
              <a:t>TOTAL SYSTEM VOLUME</a:t>
            </a:r>
          </a:p>
          <a:p>
            <a:pPr algn="ctr">
              <a:defRPr sz="1800" b="1">
                <a:solidFill>
                  <a:srgbClr val="2D3748"/>
                </a:solidFill>
                <a:latin typeface="Arial"/>
              </a:defRPr>
            </a:pPr>
            <a:r>
              <a:t>1,000 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371600"/>
            <a:ext cx="3593592" cy="914400"/>
          </a:xfrm>
          <a:prstGeom prst="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A0AEC0"/>
                </a:solidFill>
                <a:latin typeface="Arial"/>
              </a:defRPr>
            </a:pPr>
            <a:r>
              <a:t>AVERAGE BASKET VALUE</a:t>
            </a:r>
          </a:p>
          <a:p>
            <a:pPr algn="ctr">
              <a:defRPr sz="1800" b="1">
                <a:solidFill>
                  <a:srgbClr val="2D3748"/>
                </a:solidFill>
                <a:latin typeface="Arial"/>
              </a:defRPr>
            </a:pPr>
            <a:r>
              <a:t>₹139,399.44</a:t>
            </a:r>
          </a:p>
        </p:txBody>
      </p:sp>
      <p:pic>
        <p:nvPicPr>
          <p:cNvPr id="6" name="Picture 5" descr="2_top_5_product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5486400" cy="3017520"/>
          </a:xfrm>
          <a:prstGeom prst="rect">
            <a:avLst/>
          </a:prstGeom>
        </p:spPr>
      </p:pic>
      <p:pic>
        <p:nvPicPr>
          <p:cNvPr id="7" name="Picture 6" descr="3_multivariate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2560320"/>
            <a:ext cx="5486400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822960"/>
          </a:xfrm>
          <a:prstGeom prst="rect">
            <a:avLst/>
          </a:prstGeom>
          <a:solidFill>
            <a:srgbClr val="EBF8FA"/>
          </a:solidFill>
          <a:ln>
            <a:solidFill>
              <a:srgbClr val="B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4E52"/>
                </a:solidFill>
              </a:defRPr>
            </a:pPr>
            <a:r>
              <a:t>💡 Strategic Enterprise Metrics Conclusion Summary: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• Core Revenue Drivers: Laptop (₹25.44M) and Mobile (₹25.33M) heavily out-scale alternative categories.</a:t>
            </a:r>
            <a:br/>
            <a:r>
              <a:t>• Data Pipeline Consistency: Features interaction displays uniform linear scaling matrices checking safely across unit price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